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28215-E5D3-57C1-CA46-FC7B9BCEF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EF938-2B0C-5941-0ABC-A33E1CC16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C70E-81C0-AA71-2392-DDD88B597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936D-1A50-4BF0-8362-3229286250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CE953-0D51-5934-CE2A-569E26D32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4108D-C898-DDB9-74E1-560461A84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9100-8128-4D55-8AA7-702BCFED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07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F06EF-7021-7075-0FD2-A92631D98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D750D-808F-13F0-0820-D9AC8BFFD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69C0-1516-2481-4956-70578D554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936D-1A50-4BF0-8362-3229286250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CAE38-E227-AB2A-8726-8D889313E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8849B-A620-F1C2-A6E7-73D24A819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9100-8128-4D55-8AA7-702BCFED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2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96A70-52FB-9E79-D5EE-639813ABA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2AD2C-E833-43EB-53AA-DBA7CDCC6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3FD2E-DA5C-33C4-4ABE-F5A99670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936D-1A50-4BF0-8362-3229286250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7299E-0F63-E68D-EF3A-412D6400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1571B-819F-B9E2-93E0-BE8C04E5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9100-8128-4D55-8AA7-702BCFED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14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58A0-8D98-BE6D-049C-8F1BD650A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5FAA7-EDC7-70C4-2C85-6399A95D9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20B3E-811E-73BA-0619-4172ED79F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A4EEB-9A56-D5F6-70E1-F46CB47EB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936D-1A50-4BF0-8362-3229286250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EFF91-4AA0-4F8E-788C-547C7FC89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B17E9-0F31-7259-5DD0-7D4C0AD61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9100-8128-4D55-8AA7-702BCFED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35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4E442-F185-C570-EF48-BB3DBD750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67CE1-EE82-0ECC-1AC7-37D94D53A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D5C01-D8E5-6D21-977D-682EACC7E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EAF918-8196-6ECF-255B-7362F2398B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700FA4-A4D5-78E8-7875-B68649F08B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EF1EDA-793B-B661-11D3-2D62FAFA2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936D-1A50-4BF0-8362-3229286250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E3DB04-B87E-DBAD-838A-CA7853301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CC8D80-DFDC-93BA-A74D-87D958DA6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9100-8128-4D55-8AA7-702BCFED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00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817A-A604-02E1-5F77-1713D3EB8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27082-AC62-FA4A-FDBC-1DD8A6B63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936D-1A50-4BF0-8362-3229286250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DD55F-0FEC-AA7F-93F0-FC7FDC0A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7EF41-B962-6453-4376-9A6D52818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9100-8128-4D55-8AA7-702BCFED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12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2689EC-602D-C4AA-4A32-492142C50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936D-1A50-4BF0-8362-3229286250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6279D6-6246-1A9B-FD68-31533CAB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54E77-AC15-DF75-2487-888C5EEF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9100-8128-4D55-8AA7-702BCFED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86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C7E67-55D2-B33F-86D4-9EF9A0C93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2089C-C853-F91D-74FA-211CFD741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3CC6F-E74F-02A2-40B3-676F20E88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9CA30-4F1A-EB44-3A0D-F29436BF1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936D-1A50-4BF0-8362-3229286250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0CDD8-21C1-C0D3-DE42-835E47C9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30370-A471-03AA-EC53-015C49AAB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9100-8128-4D55-8AA7-702BCFED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8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DC36-7181-7D64-2017-B5B16F72F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E33144-39B1-9AF0-506E-FEFB5748D1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4B3082-9A21-645D-C943-0240B1F04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75270-C6C2-67D5-70DD-6126D0E3F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936D-1A50-4BF0-8362-3229286250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A1D0F-D697-BBA6-9A88-8F4E79DD6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DFC70-9DC9-DF0E-4B3F-4976D422B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9100-8128-4D55-8AA7-702BCFED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69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DCDEC-FC55-6CE8-D35C-64D94B429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7906C0-B61B-4355-C823-E86DE8AE0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1EEDD-A259-4E2E-CF8E-17879450B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936D-1A50-4BF0-8362-3229286250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70267-8104-27BE-EC5F-C62DD640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AD083-59D4-4EC4-A079-1EA8C427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9100-8128-4D55-8AA7-702BCFED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360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BBB988-95BB-BC14-D267-2600C2553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7651A-0E16-FC53-0E34-A54E6DCD3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C7299-BFE3-A207-096E-04FEC31F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F936D-1A50-4BF0-8362-3229286250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F1585-A7A6-4DD6-09C2-ADD5F6FF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112B9-5B7B-F9B7-4F00-A71B75B53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9100-8128-4D55-8AA7-702BCFED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91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7F6095-F57D-4B4E-EDCF-DA94B23F6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EA613-D849-C81A-3997-BBC9519EC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59830-369C-F36E-879D-BE033BD092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F936D-1A50-4BF0-8362-322928625009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35670-21AD-F307-7165-C1765C8D3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6048C-E8C0-7A1F-9AE6-E67AA800F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E9100-8128-4D55-8AA7-702BCFED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4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19AA3-0551-C636-576E-A8FDC65276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PITCH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C10B6-2190-A672-B3C9-015F358AC3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challenge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35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PITCH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Laboratório FIAP</dc:creator>
  <cp:lastModifiedBy>Laboratório FIAP</cp:lastModifiedBy>
  <cp:revision>1</cp:revision>
  <dcterms:created xsi:type="dcterms:W3CDTF">2026-10-09T00:47:45Z</dcterms:created>
  <dcterms:modified xsi:type="dcterms:W3CDTF">2026-10-09T00:47:58Z</dcterms:modified>
</cp:coreProperties>
</file>